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WarehouseIQ — Flow Command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Master Presentation Guide: Decision-Driven Operations</a:t>
            </a:r>
            <a:br/>
            <a:r>
              <a:t>Architected by Manus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The Hackathon Challenge: Beyond CRUD WMS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Velocity vs. Accuracy: High-volume fulfillment drift.</a:t>
            </a:r>
            <a:br/>
            <a:r>
              <a:t>• Passive Visibility: Traditional systems fail to predict stockouts.</a:t>
            </a:r>
            <a:br/>
            <a:r>
              <a:t>• Allocation Disputes: Urgent SLAs vs. bulk economy orders.</a:t>
            </a:r>
            <a:br/>
            <a:r>
              <a:t>• Cost of Fulfillment Friction: High SLA breach impact.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WarehouseIQ: Decision Intelligence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Exception: Real-time detection of stockouts &amp; bottlenecks.</a:t>
            </a:r>
            <a:br/>
            <a:r>
              <a:t>• Decision: Automated allocation logic &amp; AI recommendations.</a:t>
            </a:r>
            <a:br/>
            <a:r>
              <a:t>• Resolution: 1-click operator approval for split-shipments.</a:t>
            </a:r>
            <a:br/>
            <a:r>
              <a:t>• Key Pillars: Inventory Radar, Smart Prioritization, Shift Handover.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Modular Architecture &amp; Code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client/src/components/: Modular UI units (CommandDesk, OrderQueue, AI Copilot).</a:t>
            </a:r>
            <a:br/>
            <a:r>
              <a:t>• client/src/data/: Shift-specific datasets (A, B, C).</a:t>
            </a:r>
            <a:br/>
            <a:r>
              <a:t>• client/src/types/: Strict TypeScript domain models.</a:t>
            </a:r>
            <a:br/>
            <a:r>
              <a:t>• server/routers/: Type-safe API procedures for secure AI question-answering.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Technology Stack &amp; Industrial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Frontend: React 19, Tailwind CSS 4, shadcn/ui, Wouter 3.3.</a:t>
            </a:r>
            <a:br/>
            <a:r>
              <a:t>• Backend: Node.js 22, Express 4, tRPC 11, Superjson.</a:t>
            </a:r>
            <a:br/>
            <a:r>
              <a:t>• Persistence: MySQL / TiDB, Drizzle ORM, Zod validation.</a:t>
            </a:r>
            <a:br/>
            <a:r>
              <a:t>• AI &amp; Infra: Manus AI Proxy, Vitest, GitHub CLI, Autoscale.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End-to-End Fulfillment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1. Order Entry -&gt; 2. Priority Analysis -&gt; 3. AI Allocation -&gt; 4. Pick Wave Release -&gt; 5. Packing &amp; QC -&gt; 6. Dispatch Handover.</a:t>
            </a:r>
            <a:br/>
            <a:br/>
            <a:r>
              <a:t>Core Intervention: Resolves stock disputes at Allocation to protect high-priority SLA orders.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Secure AI Copilot &amp; Chatbot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Zero-Exposure API Keys: Credentials stored exclusively server-side.</a:t>
            </a:r>
            <a:br/>
            <a:r>
              <a:t>• tRPC Server Proxy: Secure backend procedure (ai.ask).</a:t>
            </a:r>
            <a:br/>
            <a:r>
              <a:t>• Deterministic Fallback: Local knowledge layer during network latency.</a:t>
            </a:r>
            <a:br/>
            <a:r>
              <a:t>• Enterprise Security: BUILT_IN_FORGE_API_KEY protects provider credentials.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Mentor Presentation Q&amp;A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Q1: Is this a physical warehouse? -&gt; No, a high-fidelity WMS simulation.</a:t>
            </a:r>
            <a:br/>
            <a:r>
              <a:t>• Q2: How do shifts differ? -&gt; Separate operational profiles in warehouseData.ts.</a:t>
            </a:r>
            <a:br/>
            <a:r>
              <a:t>• Q3: Which API key? -&gt; Secure server-side Manus proxy (BUILT_IN_FORGE_API_KEY).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0B981"/>
                </a:solidFill>
              </a:defRPr>
            </a:pPr>
            <a:r>
              <a:t>Live Deployment &amp; GitHub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2E8F0"/>
                </a:solidFill>
              </a:defRPr>
            </a:pPr>
            <a:r>
              <a:t>• Live Application: https://smartwhouse-nwqedban.manus.space</a:t>
            </a:r>
            <a:br/>
            <a:r>
              <a:t>• GitHub Source: https://github.com/saisudheernallabarika77-alt/Smart-Warehouse-Operations</a:t>
            </a:r>
            <a:br/>
            <a:r>
              <a:t>• Stack: React 19 + tRPC + Modular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